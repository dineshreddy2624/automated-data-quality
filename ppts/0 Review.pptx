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851" r:id="rId1"/>
  </p:sldMasterIdLst>
  <p:notesMasterIdLst>
    <p:notesMasterId r:id="rId11"/>
  </p:notesMasterIdLst>
  <p:sldIdLst>
    <p:sldId id="335" r:id="rId2"/>
    <p:sldId id="336" r:id="rId3"/>
    <p:sldId id="259" r:id="rId4"/>
    <p:sldId id="328" r:id="rId5"/>
    <p:sldId id="333" r:id="rId6"/>
    <p:sldId id="334" r:id="rId7"/>
    <p:sldId id="337" r:id="rId8"/>
    <p:sldId id="315" r:id="rId9"/>
    <p:sldId id="31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5415E-EB41-4C25-B5A7-7916CD63F2A9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E356B-A4E4-45D7-95CA-D6549A1E5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6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04014-C75F-0E1E-7669-46A981A66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EBFBB-A355-0A4D-869B-8E60B869D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BAEF-732D-9BA2-EA14-BDD1DA5C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ABC36-9711-75BD-4483-9656CA03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128B-3BF9-20E1-20B2-52C3970F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3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6661-CA76-F328-1C4D-4CD0AC70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6E41-00DF-8CB0-100E-D517FBD14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A83CD-D816-BFA5-6845-DD4482D49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66BF9-F4AF-3936-096B-36740EC5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BDB5E-2753-97FD-FF6C-FB509FB3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0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A72E-0EC1-A1AC-C8B5-EEAB200A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4AFA0-2A35-C0AC-9608-4E852884B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9AF5B-2E69-A496-E7FC-E7B752F6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99B35-35FC-A6AF-CE44-DE4B86E3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7967-A0E0-79AC-051F-4D9DFE4A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85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5B0F-9F16-AC72-5360-30650DD1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FFC0C-F51D-AA66-0A04-864CB83E4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5E7F7-AC9F-DBD0-324B-6E9628AA5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D2C58-337D-4572-5C8C-41C957BC5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DDD69-A32C-8B37-BF82-C9684DF1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88B1E-E2AA-4C38-8F18-2D81FEE0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6231F-2B4B-F16E-EB4D-6E032CAC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46BCE-3B25-A85E-DFEE-7A640D7D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0B276-293F-F6DE-0A8A-89E7898E3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889E5-A2B8-412D-F036-FDB755732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75793-582A-BC2F-E1C1-082AB4AAC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492DA-6B3F-75F5-4E60-138067B7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F3FB3-CE0D-0D48-6765-0F5813CC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2EB87-DDC2-4D7A-0216-665E1647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9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AF6A-6F2A-BEC4-FA64-ED89DA82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12E37-791A-33A8-0881-4039FDFD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8B16A-F0EF-59D9-FC45-D32C59DB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27BBF-B1BD-F772-6C28-993989BE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2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F1B0D-35EF-A1DB-67B8-DC3A8D68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A5337-1F68-840B-35E7-1556BD3C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51E55-D18D-587A-8545-EE87C619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5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B8E2-1EC6-EA9B-D3DF-40F5A363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FF0A-FAFB-CA11-86C4-317CF2D27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877AD-A0A4-A56C-1856-BF2B416AE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5713F-E2BD-71F5-AD40-4E5CC910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659C7-7270-E47D-CBAE-7D404329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9469A-AA28-F04A-B192-0E33DCF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C3C2-5623-68AF-3308-617EFB35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E3D77-3F7A-A3BB-B138-19105F63F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13B8A-ECF0-40AB-6FF1-E1E734756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5D4C7-D451-7C71-30FF-86AC1B6B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A851F-0328-5037-1A17-6B730DAD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97CEC-1AF4-F99D-FA3B-61085219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CABF-194B-2DA6-7ED0-61D244CB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2DB0A-D489-A12D-F5E6-AA6B9E56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7F3B-4710-5465-677B-56FAC927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07EEB-FF46-EB7A-7407-A06BB743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CF4C2-FCB6-B801-6E61-17B61FD3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2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AEFE1-748C-56D0-3E5C-4157BD9E7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79731-ADED-C8F6-2125-E98172274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C04CF-F471-1E8D-2AA9-2C7F2543A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3CD14-60CB-6460-E834-A1DAAC0B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3F463-6442-349D-BC16-92EF7AC8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438F8-A4A8-0326-9748-623913A1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C39A4-98FE-FC92-9347-A847F55BE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1417D-502C-F3E6-2D92-0957D1F9C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A5666-C778-4D3F-A403-8D9F3995DD5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9FEE0-7A34-1954-DA54-58E6D1444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076FF-A441-4284-47BC-DE4461ED4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6CBEE-9714-4BEA-A5A0-8A3984C77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6670" y="439678"/>
            <a:ext cx="81706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ANNAMACHARYA INSTITUTE OF TECHNOLOGY AND SCIENCES, RAJAMPET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IN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ARTIFICIAL INTELLIGENCE AND DATA SCIENCE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Review on</a:t>
            </a:r>
          </a:p>
          <a:p>
            <a:pPr algn="ctr"/>
            <a:r>
              <a:rPr lang="en-US" dirty="0"/>
              <a:t>DATA DETOX: A SMART AND VISUAL SYSTEM FOR ANOMALY DETECTION AND INTERACTIVE CLEANING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5902" y="4843989"/>
            <a:ext cx="44392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</a:p>
          <a:p>
            <a:pPr algn="ctr"/>
            <a:r>
              <a:rPr lang="en-US" sz="1600" dirty="0"/>
              <a:t>Mrs. N. Swathi, MTech </a:t>
            </a:r>
          </a:p>
          <a:p>
            <a:pPr algn="ctr"/>
            <a:r>
              <a:rPr lang="en-US" sz="1600" dirty="0"/>
              <a:t>Assistant Professor </a:t>
            </a:r>
          </a:p>
          <a:p>
            <a:pPr algn="ctr"/>
            <a:r>
              <a:rPr lang="en-US" sz="1600" dirty="0"/>
              <a:t>Department of Artificial Intelligence &amp; Data Science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Rajampet, Andhra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0208" y="4843989"/>
            <a:ext cx="498150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altLang="en-I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sz="1600" dirty="0"/>
              <a:t>H. KEERTHI (22701A3039) </a:t>
            </a:r>
          </a:p>
          <a:p>
            <a:r>
              <a:rPr lang="en-IN" sz="1600" dirty="0"/>
              <a:t>	   K. DINESH REDDY (22701A3019) </a:t>
            </a:r>
          </a:p>
          <a:p>
            <a:r>
              <a:rPr lang="en-IN" sz="1600" dirty="0"/>
              <a:t>	   A. MAHAMMAD SOHAIL (22701A3047) </a:t>
            </a:r>
          </a:p>
          <a:p>
            <a:r>
              <a:rPr lang="en-IN" sz="1600" dirty="0"/>
              <a:t>	   A. KHADEERULLA (22701A3042)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6EC6B-6550-5741-5691-C16AF76CB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51" y="3327400"/>
            <a:ext cx="1524000" cy="13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80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4568" y="285995"/>
            <a:ext cx="213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EFF3D-0B06-A413-097F-D58F419E53BB}"/>
              </a:ext>
            </a:extLst>
          </p:cNvPr>
          <p:cNvSpPr txBox="1"/>
          <p:nvPr/>
        </p:nvSpPr>
        <p:spPr>
          <a:xfrm>
            <a:off x="879987" y="703943"/>
            <a:ext cx="7384026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 Existing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33906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1840" y="553469"/>
            <a:ext cx="7559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D915E-B1B5-CAE7-C08C-FD27F0B304C8}"/>
              </a:ext>
            </a:extLst>
          </p:cNvPr>
          <p:cNvSpPr txBox="1"/>
          <p:nvPr/>
        </p:nvSpPr>
        <p:spPr>
          <a:xfrm>
            <a:off x="620202" y="1335819"/>
            <a:ext cx="822164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Data preprocessing is one of the most </a:t>
            </a:r>
            <a:r>
              <a:rPr lang="en-US" sz="1600" b="1" dirty="0"/>
              <a:t>time-intensive and critical stages</a:t>
            </a:r>
            <a:r>
              <a:rPr lang="en-US" sz="1600" dirty="0"/>
              <a:t> in the data science pipeline, accounting for nearly </a:t>
            </a:r>
            <a:r>
              <a:rPr lang="en-US" sz="1600" b="1" dirty="0"/>
              <a:t>70–80% of the total effort</a:t>
            </a:r>
            <a:r>
              <a:rPr lang="en-US" sz="1600" dirty="0"/>
              <a:t> in most analytics and machine learning projects. Traditional manual approaches to cleaning data are not only </a:t>
            </a:r>
            <a:r>
              <a:rPr lang="en-US" sz="1600" b="1" dirty="0"/>
              <a:t>tedious and repetitive</a:t>
            </a:r>
            <a:r>
              <a:rPr lang="en-US" sz="1600" dirty="0"/>
              <a:t> but also prone to </a:t>
            </a:r>
            <a:r>
              <a:rPr lang="en-US" sz="1600" b="1" dirty="0"/>
              <a:t>human error</a:t>
            </a:r>
            <a:r>
              <a:rPr lang="en-US" sz="1600" dirty="0"/>
              <a:t>, especially when handling large and complex datasets.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This project presents the </a:t>
            </a:r>
            <a:r>
              <a:rPr lang="en-US" sz="1600" b="1" dirty="0"/>
              <a:t>Automated Data Cleaning </a:t>
            </a:r>
            <a:r>
              <a:rPr lang="en-US" sz="1600" b="1" dirty="0" err="1"/>
              <a:t>Streamlit</a:t>
            </a:r>
            <a:r>
              <a:rPr lang="en-US" sz="1600" b="1" dirty="0"/>
              <a:t> App (Data Detox)</a:t>
            </a:r>
            <a:r>
              <a:rPr lang="en-US" sz="1600" dirty="0"/>
              <a:t> — a web-based solution designed to automate the most common preprocessing tasks. The system provides users with a </a:t>
            </a:r>
            <a:r>
              <a:rPr lang="en-US" sz="1600" b="1" dirty="0"/>
              <a:t>simple, interactive interface</a:t>
            </a:r>
            <a:r>
              <a:rPr lang="en-US" sz="1600" dirty="0"/>
              <a:t> where they can upload datasets and perform: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Missing value handling (drop, impute with statistical methods)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Duplicate removal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Outlier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AI-powered anomaly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Automated visualization of data quality issues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Additionally, the system generates a </a:t>
            </a:r>
            <a:r>
              <a:rPr lang="en-US" sz="1600" b="1" dirty="0"/>
              <a:t>before-and-after cleaning report</a:t>
            </a:r>
            <a:r>
              <a:rPr lang="en-US" sz="1600" dirty="0"/>
              <a:t>, enabling transparency, reproducibility, and better decision-making for downstream analytics. By integrating automation with AI, the proposed system helps </a:t>
            </a:r>
            <a:r>
              <a:rPr lang="en-US" sz="1600" b="1" dirty="0"/>
              <a:t>students, researchers, and professionals</a:t>
            </a:r>
            <a:r>
              <a:rPr lang="en-US" sz="1600" dirty="0"/>
              <a:t> save time, improve efficiency, and ensure </a:t>
            </a:r>
            <a:r>
              <a:rPr lang="en-US" sz="1600" b="1" dirty="0"/>
              <a:t>higher-quality datasets</a:t>
            </a:r>
            <a:r>
              <a:rPr lang="en-US" sz="1600" dirty="0"/>
              <a:t> for analytics and machine learning.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3289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AC80-3B37-7A43-B768-B7034F22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42B75C-44DF-ACEA-6770-14BD512F1716}"/>
              </a:ext>
            </a:extLst>
          </p:cNvPr>
          <p:cNvSpPr/>
          <p:nvPr/>
        </p:nvSpPr>
        <p:spPr>
          <a:xfrm>
            <a:off x="721360" y="601422"/>
            <a:ext cx="74574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EBBFC9-2AD3-37A8-7A03-6DA6734B5474}"/>
              </a:ext>
            </a:extLst>
          </p:cNvPr>
          <p:cNvSpPr txBox="1"/>
          <p:nvPr/>
        </p:nvSpPr>
        <p:spPr>
          <a:xfrm>
            <a:off x="721360" y="1209040"/>
            <a:ext cx="806483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Currently, data preprocessing — which includes handling missing values, duplicates, outliers, and anomalies — is typically performed through the following methods: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Manual Techniques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Users rely on Excel operations such as filtering, sorting, conditional formatting, and pivot tables to identify and correct data quality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Programmers use custom Python or R scripts with libraries like pandas, </a:t>
            </a:r>
            <a:r>
              <a:rPr lang="en-US" sz="1400" dirty="0" err="1"/>
              <a:t>dplyr</a:t>
            </a:r>
            <a:r>
              <a:rPr lang="en-US" sz="1400" dirty="0"/>
              <a:t>, or </a:t>
            </a:r>
            <a:r>
              <a:rPr lang="en-US" sz="1400" dirty="0" err="1"/>
              <a:t>tidyr</a:t>
            </a:r>
            <a:r>
              <a:rPr lang="en-US" sz="1400" dirty="0"/>
              <a:t> to handle missing data, outliers, and inconsistent formats.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Third-Party Tools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Software tools such as </a:t>
            </a:r>
            <a:r>
              <a:rPr lang="en-US" sz="1400" dirty="0" err="1"/>
              <a:t>OpenRefine</a:t>
            </a:r>
            <a:r>
              <a:rPr lang="en-US" sz="1400" dirty="0"/>
              <a:t> and specialized Excel add-ins offer some degree of automation for cleaning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Proprietary enterprise-level platforms (e.g., SAS, Trifacta, Talend) provide more features but often require licensing fees, making them inaccessible for students and small-scale users.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Hybrid Approaches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Many organizations combine manual Excel-based methods with partial automation using scripts, resulting in fragmented workflows that are not integrated.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Drawbacks of the Existing System: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 technical expertise to write, modify, and debug scripts.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Lack automation for repetitive tasks, leading to wasted time when handling multiple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Fail to provide a unified solution with anomaly detection, visualization, and reporting in one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 suitable for non-programmers or users without advanced data science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Existing tools often address only specific problems (like missing values) rather than offering an end-to-end solution.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53874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1902" y="426493"/>
            <a:ext cx="71024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 Existing System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21E362-10AD-EC4A-A5A3-EF09D919BC3B}"/>
              </a:ext>
            </a:extLst>
          </p:cNvPr>
          <p:cNvSpPr txBox="1"/>
          <p:nvPr/>
        </p:nvSpPr>
        <p:spPr>
          <a:xfrm>
            <a:off x="962108" y="1057523"/>
            <a:ext cx="77048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Despite the availability of manual techniques and third-party tools, current approaches suffer from several major limitations: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Time-Consuming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Every dataset requires repetitive manual cleaning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For large datasets, preprocessing can take hours or even days, delaying analysis and decision-making.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Error-Prone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Manual cleaning is highly vulnerable to human mistakes, such as incorrect formula application, misclassification of values, or incomplete removal of duplicates.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Small errors can propagate and compromise the accuracy of downstream analytics and machine learning models.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Limited Outlier/Anomaly Detection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Most tools rely on basic descriptive statistics (mean, median, standard deviation) and lack advanced anomaly detection techniques (e.g., Isolation Forest, clustering-based methods).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This results in undetected irregularities that may bias the results.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Lack of Integrated Visualization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 systems rarely provide real-time, interactive visualizations (heatmaps, correlation plots, boxplots) that help users understand the scope of data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Users often have to switch to separate visualization tools, causing inefficiency.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No Automated Reporting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Existing tools do not generate structured reports of the cleaning process.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This reduces reproducibility and makes it difficult for teams or researchers to track what transformations were applied to the dataset.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6445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6797" y="282186"/>
            <a:ext cx="65704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7A4E6E-AC76-5728-948E-B67CC1FD1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921" y="1113183"/>
            <a:ext cx="3395839" cy="5093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0C1555-F788-76B8-D4B1-4DD3C4C8C959}"/>
              </a:ext>
            </a:extLst>
          </p:cNvPr>
          <p:cNvSpPr txBox="1"/>
          <p:nvPr/>
        </p:nvSpPr>
        <p:spPr>
          <a:xfrm>
            <a:off x="389614" y="1351722"/>
            <a:ext cx="545459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Data Detox App</a:t>
            </a:r>
            <a:r>
              <a:rPr lang="en-US" sz="1600" dirty="0"/>
              <a:t> is designed as an </a:t>
            </a:r>
            <a:r>
              <a:rPr lang="en-US" sz="1600" b="1" dirty="0"/>
              <a:t>end-to-end interactive data preprocessing solution</a:t>
            </a:r>
            <a:r>
              <a:rPr lang="en-US" sz="1600" dirty="0"/>
              <a:t> that simplifies dataset cleaning and ensures high-quality data for analytics and machine learning.</a:t>
            </a:r>
          </a:p>
          <a:p>
            <a:endParaRPr lang="en-US" sz="1600" dirty="0"/>
          </a:p>
          <a:p>
            <a:r>
              <a:rPr lang="en-US" sz="1600" b="1" dirty="0"/>
              <a:t>Data Upload &amp; Profiling: </a:t>
            </a:r>
            <a:r>
              <a:rPr lang="en-US" sz="1600" dirty="0"/>
              <a:t>Upload raw datasets to instantly view structure, datatypes, missing values, and duplicates.</a:t>
            </a:r>
          </a:p>
          <a:p>
            <a:r>
              <a:rPr lang="en-US" sz="1600" b="1" dirty="0"/>
              <a:t>Automated Data Cleaning: </a:t>
            </a:r>
            <a:r>
              <a:rPr lang="en-US" sz="1600" dirty="0"/>
              <a:t>Automatically clean data by imputing or dropping missing values, removing duplicates, and detecting outliers.</a:t>
            </a:r>
          </a:p>
          <a:p>
            <a:r>
              <a:rPr lang="en-US" sz="1600" b="1" dirty="0"/>
              <a:t>AI-Powered Anomaly Detection: </a:t>
            </a:r>
            <a:r>
              <a:rPr lang="en-US" sz="1600" dirty="0"/>
              <a:t>Identify unusual patterns in data using advanced ML models like Isolation Forest and DBSCAN.</a:t>
            </a:r>
          </a:p>
          <a:p>
            <a:r>
              <a:rPr lang="en-US" sz="1600" b="1" dirty="0"/>
              <a:t>Visualization Module: </a:t>
            </a:r>
            <a:r>
              <a:rPr lang="en-US" sz="1600" dirty="0"/>
              <a:t>Gain insights with interactive charts including heatmaps, boxplots, and correlation plots.</a:t>
            </a:r>
          </a:p>
          <a:p>
            <a:r>
              <a:rPr lang="en-US" sz="1600" b="1" dirty="0"/>
              <a:t>Export &amp; Reporting : </a:t>
            </a:r>
            <a:r>
              <a:rPr lang="en-US" sz="1600" dirty="0"/>
              <a:t>Download cleaned datasets and generate comprehensive reports in CSV, Excel, PDF, or HTML.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4221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1C6ADD-1682-6D8F-6470-E312B8010092}"/>
              </a:ext>
            </a:extLst>
          </p:cNvPr>
          <p:cNvSpPr txBox="1"/>
          <p:nvPr/>
        </p:nvSpPr>
        <p:spPr>
          <a:xfrm>
            <a:off x="1940118" y="485029"/>
            <a:ext cx="5263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Advantages of Proposed System</a:t>
            </a:r>
          </a:p>
          <a:p>
            <a:pPr algn="ctr"/>
            <a:endParaRPr lang="en-IN" sz="24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D0C1D7-5AC9-A8E8-58F5-6A8A8390F9A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2981" y="1131360"/>
            <a:ext cx="843633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Time-efficient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Automates repetitive data cleaning steps.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Requires no prior coding knowledge.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Anomaly detection improves dataset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Enhances user understanding of data issues.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Can be applied to datasets from diverse fields like healthcare, finance, research,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Generates before-and-after reports for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880763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9586" y="937161"/>
            <a:ext cx="7467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B25CAF-E97B-0CCA-D4C1-454EB22AF69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6814" y="1891268"/>
            <a:ext cx="76491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Windows, Linux, or MacOS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 3.10 or above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pandas,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scikit-learn,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matplotlib, seaborn,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 Enhancements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-profiling, imbalanced-learn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Notebook, Visual Studio Code, or PyCharm</a:t>
            </a:r>
          </a:p>
        </p:txBody>
      </p:sp>
    </p:spTree>
    <p:extLst>
      <p:ext uri="{BB962C8B-B14F-4D97-AF65-F5344CB8AC3E}">
        <p14:creationId xmlns:p14="http://schemas.microsoft.com/office/powerpoint/2010/main" val="3423007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AA2D00-CDC4-2943-C295-494A21C6A99F}"/>
              </a:ext>
            </a:extLst>
          </p:cNvPr>
          <p:cNvSpPr/>
          <p:nvPr/>
        </p:nvSpPr>
        <p:spPr>
          <a:xfrm>
            <a:off x="838200" y="772645"/>
            <a:ext cx="7467600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2EA269-34A5-CB29-D184-7C5FC5C7DA0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11965" y="1997159"/>
            <a:ext cx="69096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Requirements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 4 GB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Processor: Dual-core (Intel/AMD equivalent)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 500 MB free disk space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connection (for deployment and external datasets)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Recommended Requirements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 8 GB or more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Processor: Quad-core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 1 GB or more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internet for real-time deployment and cloud hosting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99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</TotalTime>
  <Words>1067</Words>
  <Application>Microsoft Office PowerPoint</Application>
  <PresentationFormat>On-screen Show (4:3)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Aravind</dc:creator>
  <cp:lastModifiedBy>Dinesh Reddy</cp:lastModifiedBy>
  <cp:revision>40</cp:revision>
  <dcterms:modified xsi:type="dcterms:W3CDTF">2025-09-21T04:56:30Z</dcterms:modified>
</cp:coreProperties>
</file>